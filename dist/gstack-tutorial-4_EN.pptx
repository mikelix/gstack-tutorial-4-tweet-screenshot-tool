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GSTACK TUTORIAL NO.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24128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From AI Planning to Working Production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9D6E0"/>
                </a:solidFill>
                <a:latin typeface="Calibri"/>
                <a:ea typeface="Microsoft YaHei"/>
                <a:cs typeface="Microsoft YaHei"/>
              </a:rPr>
              <a:t>A worked example of running a second, independent AI as gstack's review and drafting layer — and the evidence ladder that caught a real, silent bug before 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120640"/>
            <a:ext cx="1463040" cy="1905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969264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Subject: Tweet Screenshot Tool (Next.js, Vercel)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Built and shipped in one session, 2026-09-17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Source: reviews/01-05, docs/external_ai_mentor.md, TUTORIAL.md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“AI writes code” is an incomplete description of what actually happened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22054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7975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Not one model.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separate AI mentor reviewed and drafted gstack's key prompts, in its own session.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327202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14629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Not one pass.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CEO, outside-voice, and engineering review each caught what the previous one missed.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38573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4212843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Not unverified.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bug that mattered was caught by looking at exported pixels — not by a check passing.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0511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27938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Not autonomous.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Scope, deployment, and ship each went through an explicit human gate.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reviews/01-05; docs/external_ai_mentor.md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A second AI translates gstack's output into the next precision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Every arrow crosses through the human. The mentor never touches the repository or talks to gstack directly.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63176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5036" y="2981451"/>
            <a:ext cx="674941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427728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5036" y="3427728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Read gstack's output. Decide what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797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79772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852924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External AI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5036" y="3852924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Separate session. Translates, corrects, drafts the reply.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2049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4278120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Optimized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5036" y="4278120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Ready to paste — not a summary of what to say.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6301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630164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4703316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gstack specialist 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5036" y="4703316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CEO, engineer, QA, or DevOps, inside Claude Code.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0553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5128512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5.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5036" y="5128512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Code, test output, browser QA, exported artifact.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48055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480556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5553708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6. Human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5036" y="5553708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You verify. You decide the next move.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59057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docs/external_ai_mentor.md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Five gstack roles ran end to end — one, the PM pass, did not run separately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0567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The External AI Mentor sits above this table, not as a row inside it — see slide 3.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65425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338577"/>
            <a:ext cx="265118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4453" y="2338577"/>
            <a:ext cx="375527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59181" y="2338577"/>
            <a:ext cx="375527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Ran this project?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784854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4453" y="2784854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/plan-ceo-review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9181" y="2784854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13689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136898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210050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453" y="3210050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Not run separately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9181" y="3210050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— stated gap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56209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635246"/>
            <a:ext cx="265118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Architecture / Security / 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4453" y="3635246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Embedded in CEO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9181" y="3635246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Yes, not separate roles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26618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266182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339334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Second Opinion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4453" y="4339334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Fresh-context subagent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59181" y="4339334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 — same-model fallback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9137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4764530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Engineer / Eng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4453" y="4764530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/plan-eng-review + mentor charter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59181" y="4764530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11657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116574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5189726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QA / Browser QA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84453" y="5189726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Manual QC + Aside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9181" y="5189726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54177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" y="5614922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DevOps / Ship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84453" y="5614922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Ship Mode (mentor-authored)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59181" y="5614922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96696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PLAN.md §2; reviews/01-05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V1 shipped both tweet modes; automatic thread discovery and paid APIs were explicitly rejected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5250027" cy="446735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50567"/>
            <a:ext cx="5250027" cy="50292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69439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IN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463799"/>
            <a:ext cx="4811115" cy="36443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Single tweet: paste URL, customize, export PNG / clipboard / share link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Thread mode: manual multi-URL builder, reorder, combined export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paid X API — free public syndication endpoint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6255867" y="1750567"/>
            <a:ext cx="5250027" cy="446735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5867" y="1750567"/>
            <a:ext cx="5250027" cy="502920"/>
          </a:xfrm>
          <a:prstGeom prst="rect">
            <a:avLst/>
          </a:prstGeom>
          <a:solidFill>
            <a:srgbClr val="A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5323" y="1869439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OUT OF SCOPE (STATED)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5323" y="2463799"/>
            <a:ext cx="4811115" cy="36443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Automatic thread discovery — no free data source supports it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Browser extension for one-click capture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Public headless generation API /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reviews/01-ceo-review.md; TODOS.md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A server-side hop and a hardened proxy work around what a free API can't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28981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470" y="1823719"/>
            <a:ext cx="748298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2269996"/>
            <a:ext cx="2898198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Next.js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470" y="2269996"/>
            <a:ext cx="7482984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App Router, TypeScript, hosted on Vercel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840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684016"/>
            <a:ext cx="10820095" cy="48717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757168"/>
            <a:ext cx="2898198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react-tweet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470" y="2757168"/>
            <a:ext cx="7482984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Fetches via X's free public syndication endpoint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1711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244340"/>
            <a:ext cx="2898198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Server 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470" y="3244340"/>
            <a:ext cx="7482984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/api/tweet/[id] — server-side only; CORS blocks direct browser fetch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99922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999228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072380"/>
            <a:ext cx="2898198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Image proxy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470" y="4072380"/>
            <a:ext cx="7482984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SSRF-hardened: exact-host allowlist, https-only, size cap, MIME check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8272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4900420"/>
            <a:ext cx="2898198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modern-screenshot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470" y="4900420"/>
            <a:ext cx="7482984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DOM → PNG export, routed through the proxy at capture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6553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README.md “Architecture note”; reviews/01,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A genuinely independent pass corrected the plan on four real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2786125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9397" y="1823719"/>
            <a:ext cx="418873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Why it mattered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7583" y="1823719"/>
            <a:ext cx="318687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269996"/>
            <a:ext cx="2786125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Rate limit vs. “no secrets”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9397" y="2269996"/>
            <a:ext cx="4188730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Serverless in-memory counters reset every cold start — a limiter built that way would silently do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7583" y="2269996"/>
            <a:ext cx="3186870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Corrected: real limiting needs shared state (Upstash/KV)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798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79824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252976"/>
            <a:ext cx="2786125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Safari clipboard gesture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9397" y="3252976"/>
            <a:ext cx="418873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approved fix would break on Safari/iOS's synchronous-gesture requirement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7583" y="3252976"/>
            <a:ext cx="318687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ClipboardItem wraps a Promise&lt;Blob&gt;, never awaited 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8391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3957064"/>
            <a:ext cx="2786125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 export undefined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9397" y="3957064"/>
            <a:ext cx="418873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Would have shipped as “whatever frame happens to paint,” randomly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7583" y="3957064"/>
            <a:ext cx="318687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Poster-frame swap + play-icon badge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8800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588000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4661152"/>
            <a:ext cx="2786125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Thread URL length uncapped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9397" y="4661152"/>
            <a:ext cx="418873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real thread could silently break its own share link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7583" y="4661152"/>
            <a:ext cx="318687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Hard cap ≈ 12 tweets, explicit message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2920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reviews/03-eng-review.md (OV-1 to OV-4)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single most consequential finding: a planned fix was never wired to real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29864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9770" y="1823719"/>
            <a:ext cx="418873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was actually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27956" y="1823719"/>
            <a:ext cx="29864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Remedy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269996"/>
            <a:ext cx="2986498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B1 — Image proxy never wired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9770" y="2269996"/>
            <a:ext cx="4188730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react-tweet renders plain &lt;img&gt; at pbs.twimg.com; nothing in the plan rewired that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27956" y="2269996"/>
            <a:ext cx="2986498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Mandatory T1.5 spike inserted before broad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65751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65751"/>
            <a:ext cx="10820095" cy="1168907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438903"/>
            <a:ext cx="2986498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B2 — Proxy hardening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9770" y="3438903"/>
            <a:ext cx="4188730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redirect re-validation, protocol check, size cap, or MIME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7956" y="3438903"/>
            <a:ext cx="2986498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All four added before any code existed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3465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607810"/>
            <a:ext cx="2986498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B3 — Images not awaited before capture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9770" y="4607810"/>
            <a:ext cx="4188730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Same silent-wrong-output bug class as the font race the CEO review had already found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7956" y="4607810"/>
            <a:ext cx="2986498" cy="10591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await Promise.all(images.map(img =&gt; img.decode()))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03565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reviews/03-eng-review.md; reviews/04-qa-report.md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HIGH-RISK SPIKE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T1.5: one mandatory spike, gated on real evidence, not more planning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08158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61" y="2152903"/>
            <a:ext cx="7299593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happened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599180"/>
            <a:ext cx="3081589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Assumption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61" y="2599180"/>
            <a:ext cx="7299593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image-proxy fix should just work once wired 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01320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013200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086352"/>
            <a:ext cx="3081589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Experiment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61" y="3086352"/>
            <a:ext cx="7299593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Read the library's real source; wire fetchFn to the proxy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8412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3914392"/>
            <a:ext cx="3081589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First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61" y="3914392"/>
            <a:ext cx="7299593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“Success” — no exception was thrown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2841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328412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401564"/>
            <a:ext cx="3081589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Bug found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61" y="4401564"/>
            <a:ext cx="7299593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Exported PNG: a broken-image icon where the avatar should be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564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229604"/>
            <a:ext cx="3081589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5. Fix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61" y="5229604"/>
            <a:ext cx="7299593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blob: URL → base64 data: URL, proven visually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6436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SUCCESSFUL EXECUTION ≠ CORRECT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18531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modern-screenshot reported success.
No exception was thrown.
And the image was still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The avatar bug — the strongest evidence in this project that a passing check is not proof of a correct result. reviews/04-qa-report.md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Every QA checkpoint ran through a real browser, not a headless approximation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" y="187629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75056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Real browser.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Aside — an AI-native browser — drove every checkpoint from the T1.5 spike through the production smoke test, on Windows 11.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02513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89940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Deterministic races.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Network-delay injection forced the stale-request race to reproduce on demand, instead of hoping to catch it by luck.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41739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404825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Visual inspection.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Real downloaded PNGs were read and visually inspected — this is what actually caught the avatar bug.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5322823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197093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Production checks.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same checks ran again against the live deployed URL after shipping, not just localhost.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One step in this project has no AI substitute: a human looking at the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0567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Reported by the user, not independently verifiable by the AI — that is exactly the point.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65425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338577"/>
            <a:ext cx="28981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470" y="2338577"/>
            <a:ext cx="748298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happened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784854"/>
            <a:ext cx="2898198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Localhost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470" y="2784854"/>
            <a:ext cx="748298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Human launched the app themselves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6085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260850"/>
            <a:ext cx="10820095" cy="5491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334002"/>
            <a:ext cx="2898198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470" y="3334002"/>
            <a:ext cx="748298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Downloaded a real PNG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80999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3883150"/>
            <a:ext cx="2898198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Visual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470" y="3883150"/>
            <a:ext cx="748298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Inspected the file directly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5914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359146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432298"/>
            <a:ext cx="289819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470" y="4432298"/>
            <a:ext cx="748298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Repeated the same check against the deployed Vercel URL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31113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reviews/04-qa-report.md; reviews/05-ship.md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Ten levels from idea to proof; the avatar bug hid at level 3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344837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1644" y="1823719"/>
            <a:ext cx="693281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it actually removes uncertainty about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2269996"/>
            <a:ext cx="34483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1644" y="2269996"/>
            <a:ext cx="6932810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Nothing about feasibility yet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220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622040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695192"/>
            <a:ext cx="34483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Code compiles / builds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1644" y="2695192"/>
            <a:ext cx="6932810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Type correctness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0472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120388"/>
            <a:ext cx="34483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Local browser “succeeds”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1644" y="3120388"/>
            <a:ext cx="693281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Looks like proof — usually isn't. The trap the avatar bug hid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7513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751324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824476"/>
            <a:ext cx="34483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Deterministic browser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1644" y="3824476"/>
            <a:ext cx="6932810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specific, hard-to-reproduce failure, made repeatable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17652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4249672"/>
            <a:ext cx="34483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5. Exported artifact inspected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1644" y="4249672"/>
            <a:ext cx="6932810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“No error” ≠ “correct output” — this caught the avatar bug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017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601716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" y="4674868"/>
            <a:ext cx="34483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6. Human manual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1644" y="4674868"/>
            <a:ext cx="6932810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Blind spots automated checks share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02691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" y="5100064"/>
            <a:ext cx="34483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7. Production + human production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1644" y="5100064"/>
            <a:ext cx="693281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Works with real infrastructure, for real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3100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 (full 10-level version)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Ship Mode: stop debugging, document what's known, minimal QC, ship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28981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470" y="1823719"/>
            <a:ext cx="748298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it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2269996"/>
            <a:ext cx="289819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Stop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470" y="2269996"/>
            <a:ext cx="748298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End open-ended debugging on a schedule, not whenever it happens to resolve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1488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148836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3221988"/>
            <a:ext cx="289819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470" y="3221988"/>
            <a:ext cx="748298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Record what's verified and what isn't — not silence, not a vague note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10082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4173980"/>
            <a:ext cx="2898198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Minimal QC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470" y="4173980"/>
            <a:ext cx="748298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One rapid Aside smoke test, not a full re-audit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499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649976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723128"/>
            <a:ext cx="289819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470" y="4723128"/>
            <a:ext cx="748298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Deploy once the core flow passes build + smoke 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6019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reviews/05-ship.md; docs/external_ai_mentor.md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Both core flows verified working in production, not just in development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" y="187629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75056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Live.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Deployed to Vercel — the first deployment for a new project becomes production directly.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02513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89940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Single tweet.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Paste URL → customize → export PNG / clipboard / share link — verified in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41739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404825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Thread mode.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Manual multi-tweet builder → combined export — verified in production.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5322823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197093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Verified, not assumed.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Confirmed via real-browser automation, and reported by the user as manually tested.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reviews/05-ship.md; README.md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known gaps, stated in release notes —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546567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950" y="1823719"/>
            <a:ext cx="491550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2269996"/>
            <a:ext cx="546567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Rate limiting on both public API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950" y="2269996"/>
            <a:ext cx="491550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Planned, reviewed twice, never implemented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868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086860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3160012"/>
            <a:ext cx="546567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Safari / iOS clipboard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950" y="3160012"/>
            <a:ext cx="491550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Implemented, not empirically verified on real Safari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768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4050028"/>
            <a:ext cx="546567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 / emoji / multi-image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950" y="4050028"/>
            <a:ext cx="491550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Implemented, not empirically verified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8668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866892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940044"/>
            <a:ext cx="546567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Thread share-link style restoration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8950" y="4940044"/>
            <a:ext cx="491550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Investigated one bounded pass; root cause not found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569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TODOS.md; reviews/05-ship.md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One debugging session ran long because no time budget was set before it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" y="187629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75056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cost.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thread-style bug consumed the largest single block of investigation time in the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939922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814192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What was tried.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Strict Mode toggling, a full cache clear, a server restart — all before stopping.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400354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87781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lesson.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Set an explicit time/attempt budget on any single bug investigation before starting it, not after it's already run long.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5067172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941442"/>
            <a:ext cx="10527487" cy="1077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second gap.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automated test suite was written despite the plan specifying one — every scenario needed a real, currently-live tweet found by hand.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reviews/05-ship.md (“Where time was spent”)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same sequence generalizes: frame, review, de-risk, build, verify, ship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0567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Full chain: problem framing → CEO → PM → architecture → review → high-risk spike → build → browser QA → human QA → minimal QC → deploy.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79115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652267"/>
            <a:ext cx="28981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470" y="2652267"/>
            <a:ext cx="748298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happens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3098544"/>
            <a:ext cx="289819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470" y="3098544"/>
            <a:ext cx="748298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Problem framing, premise challenge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81575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481575"/>
            <a:ext cx="10820095" cy="45618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554727"/>
            <a:ext cx="289819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Plan &amp;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470" y="3554727"/>
            <a:ext cx="748298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CEO → PM → architecture → independent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3775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010910"/>
            <a:ext cx="289819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De-risk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470" y="4010910"/>
            <a:ext cx="748298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High-risk spike, gated before broad implementation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93941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393941"/>
            <a:ext cx="10820095" cy="45618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467093"/>
            <a:ext cx="289819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470" y="4467093"/>
            <a:ext cx="748298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Implementation against the reviewed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501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4923276"/>
            <a:ext cx="289819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5. 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470" y="4923276"/>
            <a:ext cx="748298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Browser QA + human QA — not either 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06307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306307"/>
            <a:ext cx="10820095" cy="45618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" y="5379459"/>
            <a:ext cx="289819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6. 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470" y="5379459"/>
            <a:ext cx="748298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Minimal QC, deploy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76249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PLAN.md; reviews/01-05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Humans hold judgment and authorization; AI holds repeatable, exhaustive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5250027" cy="446735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50567"/>
            <a:ext cx="5250027" cy="50292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69439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HUMAN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463799"/>
            <a:ext cx="4811115" cy="36443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Judgment: does this actually look right?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Authorization: account logins, real money, real credentials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ship decision, every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55867" y="1750567"/>
            <a:ext cx="5250027" cy="446735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5867" y="1750567"/>
            <a:ext cx="5250027" cy="50292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5323" y="1869439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5323" y="2463799"/>
            <a:ext cx="4811115" cy="36443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Analysis: reading library source, security checklists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Implementation: following the reviewed plan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Repetitive verification: the same QC loop, dozens of times, zero fatigue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reviews/05-ship.md (“Human/AI responsibility”)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FINAL 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Six lessons this project actually earned, not six generic best practices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22054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7975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1.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passing check is not proof of correct output — look at the artifact.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307009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94436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2.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An independent reviewer catches what a self-reviewer structurally cannot.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934713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808983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3.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reviewed decision isn't shipped until the code is checked, not the plan.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479932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673599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4.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Set a debugging time budget before starting, not after it's run long.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532307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5197347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5.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Never let an AI perform account authorization — that stays human.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584682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572109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6.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State known gaps in release notes. Silence about limits reads as a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reviews/04-qa-report.md; reviews/05-ship.md; docs/external_ai_mentor.md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TUTORIAL 4.1 — PRODUCT DESIGN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A working product that still read as an engineering prototype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Shipped and functionally correct is a different claim from trustworthy at first glance.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59460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667761"/>
            <a:ext cx="482380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Gap found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7080" y="2667761"/>
            <a:ext cx="555737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Fix 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114038"/>
            <a:ext cx="482380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header or navigation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7080" y="3114038"/>
            <a:ext cx="5557374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Persistent header; Single Tweet / Thread now cross-linked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0695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06950"/>
            <a:ext cx="10820095" cy="766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880102"/>
            <a:ext cx="482380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Plain, unstyled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7080" y="3880102"/>
            <a:ext cx="5557374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Styled control, two-column preview + inspector layout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57301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4646166"/>
            <a:ext cx="482380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Three export buttons, equal 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080" y="4646166"/>
            <a:ext cx="555737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One primary action, two visibly secondary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029197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5029197"/>
            <a:ext cx="10820095" cy="766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5102349"/>
            <a:ext cx="482380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375px horizontal overflow (confirmed bug)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7080" y="5102349"/>
            <a:ext cx="5557374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Fixed; re-verified mechanically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795261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docs/DESIGN_REVIEW_4_1_HUMAN_REVIEW.md; docs/DESIGN_REVIEW_4_1_RELEASE.md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TUTORIAL 4.1 — THE X BROADCAST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Before fixing a missing output, find the layer where it disappears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X's free syndication data never includes broadcast card metadata — confirmed by reading the raw payload, not guessed.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90685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0123" y="2981451"/>
            <a:ext cx="647433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427728"/>
            <a:ext cx="390685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X.com original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0123" y="3427728"/>
            <a:ext cx="647433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Rich animated Broadcast card — visible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727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72736"/>
            <a:ext cx="10820095" cy="518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945888"/>
            <a:ext cx="390685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Free syndication payload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0123" y="3945888"/>
            <a:ext cx="647433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URL entity only — no card, poster, or title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39089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4464048"/>
            <a:ext cx="390685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react-tweet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40123" y="4464048"/>
            <a:ext cx="647433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card/broadcast concept anywhere in 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90905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909056"/>
            <a:ext cx="10820095" cy="518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4982208"/>
            <a:ext cx="390685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This app +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0123" y="4982208"/>
            <a:ext cx="6474331" cy="408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Text + link — matches upstream data exactly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4272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TODOS.md; docs/DESIGN_REVIEW_4_1_RELEASE.md — classified as known upstream limitation, not a bug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TUTORIAL 4.1 — THE WRONG HYPOTHESIS, KILLED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234899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1x, 2x, and 3x all failed at the identical ~8.2-second mark.
A real size problem fails later at 1x than at 3x.
Identical timing didn't weakly suggest — it disproved the hypothesis.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Real cause: modern-screenshot awaits a `seeked` event a never-played video will never fire. Fix: swap &lt;video&gt; for its poster on an off-screen clone, before the library ever sees it. src/lib/export-image.ts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TUTORIAL 4.1 — THE HUMAN EVIDENCE LADDER, EXTENDED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“The promise resolved” and “a human pasted it and looked” are different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22054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79751"/>
            <a:ext cx="10527487" cy="1077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Printed before export.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PDF of the thread page, captured before the export attempt, proved the DOM had rendered correctly — independent of what export did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341096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28523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Production, not just local.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Download PNG and Copy image were both re-run against the live deployed URL after the fix, not only on localhost.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2755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4149851"/>
            <a:ext cx="10527487" cy="1077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Cross-application, by hand.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copied image was pasted into Windows 11 Paint and visually confirmed — closing a clipboard claim left unverified since the original tutorial.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8106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355335"/>
            <a:ext cx="10527487" cy="1077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Still no AI substitute.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automated check in this project's history could have formulated either of Tutorial 4.1's two bugs — a human found both.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docs/DESIGN_REVIEW_4_1_RELEASE.md — human manual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