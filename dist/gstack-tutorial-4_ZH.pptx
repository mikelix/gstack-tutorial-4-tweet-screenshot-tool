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91640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7FC4E8"/>
                </a:solidFill>
                <a:latin typeface="Calibri"/>
                <a:ea typeface="Microsoft YaHei"/>
                <a:cs typeface="Microsoft YaHei"/>
              </a:rPr>
              <a:t>GSTACK 教程 #4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24128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从 AI 规划到可运行的生产级软件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86200"/>
            <a:ext cx="969264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C9D6E0"/>
                </a:solidFill>
                <a:latin typeface="Calibri"/>
                <a:ea typeface="Microsoft YaHei"/>
                <a:cs typeface="Microsoft YaHei"/>
              </a:rPr>
              <a:t>一个真实案例：让第二个独立的 AI 充当 gstack 的复核与起草层——以及在上线前抓住一个真实的、静默的 bug 的那条证据阶梯。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5120640"/>
            <a:ext cx="1463040" cy="1905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394960"/>
            <a:ext cx="9692640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主题：Tweet Screenshot Tool（Next.js, Vercel）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一次会话内完成构建并上线，2026-09-17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来源：reviews/01-05、docs/external_ai_mentor.md、TUTORIAL.md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心智模型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“AI 写代码” 这句话，并不足以描述实际发生的事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4088" y="2205481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079751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不是一个模型。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一个独立的 AI 导师，在自己的会话里复核并起草了 gstack 的关键提示词。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" y="3357244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3231514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不是一次通过。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CEO 复核、外部意见、工程复核——每一层都抓住了上一层漏掉的东西。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509007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4383277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不是没有验证。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真正重要的 bug，是靠查看导出的像素抓住的——而不是靠检查通过。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660770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5535040"/>
            <a:ext cx="10527487" cy="3957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不是自主运行。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范围、部署、上线，每一个都经过明确的人工把关。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reviews/01-05；docs/external_ai_mentor.md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运作模型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第二个 AI 把 gstack 的输出翻译成下一条精确提示词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079751"/>
            <a:ext cx="10820095" cy="7005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图中每一个箭头都要经过人类。导师从不接触代码仓库，也从不直接与 gstack 对话。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908299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2981451"/>
            <a:ext cx="3631764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步骤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5036" y="2981451"/>
            <a:ext cx="6749418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发生了什么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3427728"/>
            <a:ext cx="3631764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1. 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5036" y="3427728"/>
            <a:ext cx="6749418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阅读 gstack 的输出，判断什么才重要。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77977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779772"/>
            <a:ext cx="10820095" cy="42519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" y="3852924"/>
            <a:ext cx="3631764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2. 外部 AI 导师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5036" y="3852924"/>
            <a:ext cx="6749418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独立会话。负责翻译、纠正、起草回复。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20496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" y="4278120"/>
            <a:ext cx="3631764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3. 经过优化的提示词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5036" y="4278120"/>
            <a:ext cx="6749418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可以直接粘贴发送——不是“该说什么”的概述。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63016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4630164"/>
            <a:ext cx="10820095" cy="7040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" y="4703316"/>
            <a:ext cx="3631764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4. gstack 专家角色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5036" y="4703316"/>
            <a:ext cx="6749418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在 Claude Code 内运行的 CEO、工程师、QA 或 DevOps。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533425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6" y="5407404"/>
            <a:ext cx="3631764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5. 证据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5036" y="5407404"/>
            <a:ext cx="6749418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代码、测试输出、浏览器 QA、导出的成品。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575944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" y="5759448"/>
            <a:ext cx="10820095" cy="42519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" y="5832600"/>
            <a:ext cx="3631764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6. 人工把关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5036" y="5832600"/>
            <a:ext cx="6749418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由你验证，由你决定下一步。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618464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docs/external_ai_mentor.md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五个 gstack 角色全程运行——唯有 PM 这一轮没有单独执行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04263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750567"/>
            <a:ext cx="10820095" cy="38684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外部 AI 导师凌驾于本表格之上，而非表内的一行——见第 3 页。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65425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" y="2338577"/>
            <a:ext cx="2651181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角色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84453" y="2338577"/>
            <a:ext cx="3755272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机制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59181" y="2338577"/>
            <a:ext cx="3755272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本项目是否运行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2784854"/>
            <a:ext cx="2651181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CEO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84453" y="2784854"/>
            <a:ext cx="3755272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/plan-ceo-review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59181" y="2784854"/>
            <a:ext cx="3755272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13689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3136898"/>
            <a:ext cx="10820095" cy="42519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" y="3210050"/>
            <a:ext cx="2651181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PM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4453" y="3210050"/>
            <a:ext cx="3755272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未单独运行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59181" y="3210050"/>
            <a:ext cx="3755272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否——如实陈述的缺口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356209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" y="3635246"/>
            <a:ext cx="2651181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架构 / 安全 / UX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84453" y="3635246"/>
            <a:ext cx="3755272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嵌入 CEO 复核之中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9181" y="3635246"/>
            <a:ext cx="3755272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是，未作为独立角色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26618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4266182"/>
            <a:ext cx="10820095" cy="42519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6" y="4339334"/>
            <a:ext cx="2651181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第二意见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84453" y="4339334"/>
            <a:ext cx="3755272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全新上下文的子智能体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59181" y="4339334"/>
            <a:ext cx="3755272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是——同模型兜底方案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69137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" y="4764530"/>
            <a:ext cx="2651181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工程师 / 工程复核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84453" y="4764530"/>
            <a:ext cx="3755272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/plan-eng-review + 导师撰写的章程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59181" y="4764530"/>
            <a:ext cx="3755272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是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539546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85800" y="5395466"/>
            <a:ext cx="10820095" cy="7040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" y="5468618"/>
            <a:ext cx="2651181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QA / 浏览器 QA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84453" y="5468618"/>
            <a:ext cx="3755272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人工质检 + Aside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59181" y="5468618"/>
            <a:ext cx="3755272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是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609955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3816" y="6172706"/>
            <a:ext cx="2651181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DevOps / 上线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84453" y="6172706"/>
            <a:ext cx="3755272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“上线模式”（导师撰写）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59181" y="6172706"/>
            <a:ext cx="3755272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是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680364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PLAN.md §2；reviews/01-05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V1 上线了两种推文模式；自动串联串文与付费 API 均被明确拒绝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04263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750567"/>
            <a:ext cx="5250027" cy="4467353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750567"/>
            <a:ext cx="5250027" cy="502920"/>
          </a:xfrm>
          <a:prstGeom prst="rect">
            <a:avLst/>
          </a:prstGeom>
          <a:solidFill>
            <a:srgbClr val="1E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869439"/>
            <a:ext cx="4811115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已纳入范围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" y="2463799"/>
            <a:ext cx="4811115" cy="36443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单条推文：粘贴链接、自定义样式、导出 PNG / 剪贴板 / 分享链接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串文模式：手动添加多条链接、排序、合并导出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不使用付费 X API——仅用免费的公开聚合接口</a:t>
            </a:r>
          </a:p>
        </p:txBody>
      </p:sp>
      <p:sp>
        <p:nvSpPr>
          <p:cNvPr id="8" name="Rectangle 7"/>
          <p:cNvSpPr/>
          <p:nvPr/>
        </p:nvSpPr>
        <p:spPr>
          <a:xfrm>
            <a:off x="6255867" y="1750567"/>
            <a:ext cx="5250027" cy="4467353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55867" y="1750567"/>
            <a:ext cx="5250027" cy="502920"/>
          </a:xfrm>
          <a:prstGeom prst="rect">
            <a:avLst/>
          </a:prstGeom>
          <a:solidFill>
            <a:srgbClr val="A3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5323" y="1869439"/>
            <a:ext cx="4811115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明确排除在范围之外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5323" y="2463799"/>
            <a:ext cx="4811115" cy="36443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自动发现串文——没有免费数据源能支持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一键截取的浏览器扩展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公开的无头生成 API / 命令行工具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reviews/01-ceo-review.md；TODOS.md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用服务端中转和加固代理，绕开免费 API 做不到的事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04263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750567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3816" y="1823719"/>
            <a:ext cx="2898198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组件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470" y="1823719"/>
            <a:ext cx="7482984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作用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" y="2269996"/>
            <a:ext cx="2898198" cy="656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Next.js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470" y="2269996"/>
            <a:ext cx="7482984" cy="656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App Router，TypeScript，部署在 Vercel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96290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962908"/>
            <a:ext cx="10820095" cy="456183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" y="3036060"/>
            <a:ext cx="2898198" cy="34645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react-tweet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470" y="3036060"/>
            <a:ext cx="7482984" cy="34645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通过 X 的免费公开聚合接口获取数据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3419091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" y="3492243"/>
            <a:ext cx="2898198" cy="656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服务端路由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470" y="3492243"/>
            <a:ext cx="7482984" cy="656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/api/tweet/[id]——仅服务端；CORS 阻止浏览器直接请求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185155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4185155"/>
            <a:ext cx="10820095" cy="76606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" y="4258307"/>
            <a:ext cx="2898198" cy="656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图片代理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470" y="4258307"/>
            <a:ext cx="7482984" cy="656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SSRF 加固：精确主机白名单、仅 HTTPS、大小上限、MIME 校验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951219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" y="5024371"/>
            <a:ext cx="2898198" cy="34645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modern-screenshot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470" y="5024371"/>
            <a:ext cx="7482984" cy="34645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DOM → PNG 导出，在捕获时经由代理转发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540740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README.md “Architecture note”；reviews/01、04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一次真正独立的复核，在四个真实问题上修正了计划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04263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750567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3816" y="1823719"/>
            <a:ext cx="2786125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张力点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9397" y="1823719"/>
            <a:ext cx="4188730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为何重要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7583" y="1823719"/>
            <a:ext cx="3186870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解决方式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2269996"/>
            <a:ext cx="2786125" cy="8732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限流 与 “无需密钥” 的矛盾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9397" y="2269996"/>
            <a:ext cx="4188730" cy="8732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无服务器架构下内存计数器每次冷启动都会重置——这样搭出的限流器会静默失效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7583" y="2269996"/>
            <a:ext cx="3186870" cy="8732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已修正：真正的限流需要共享状态（Upstash/KV）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17982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179824"/>
            <a:ext cx="10820095" cy="126187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" y="3252976"/>
            <a:ext cx="2786125" cy="11521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Safari 剪贴板手势要求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19397" y="3252976"/>
            <a:ext cx="4188730" cy="11521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已批准的修复方案，在 Safari/iOS 要求的同步手势链下会失效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7583" y="3252976"/>
            <a:ext cx="3186870" cy="11521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ClipboardItem 直接包裹 Promise&lt;Blob&gt;，不预先 await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44169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" y="4514848"/>
            <a:ext cx="2786125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视频导出行为未定义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19397" y="4514848"/>
            <a:ext cx="418873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本会随机导出“浏览器碰巧渲染到的那一帧”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7583" y="4514848"/>
            <a:ext cx="318687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海报帧替换 + 播放图标徽章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14578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85800" y="5145784"/>
            <a:ext cx="10820095" cy="7040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" y="5218936"/>
            <a:ext cx="2786125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串文分享链接长度无上限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19397" y="5218936"/>
            <a:ext cx="418873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真实的串文可能悄悄破坏自己的分享链接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7583" y="5218936"/>
            <a:ext cx="318687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硬性上限约 12 条推文，附带明确提示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584987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reviews/03-eng-review.md（OV-1 至 OV-4）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全项目最关键的一项发现：计划中的修复从未真正接入代码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04263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750567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3816" y="1823719"/>
            <a:ext cx="2986498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发现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19770" y="1823719"/>
            <a:ext cx="4188730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问题所在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27956" y="1823719"/>
            <a:ext cx="2986498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补救措施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2269996"/>
            <a:ext cx="2986498" cy="127609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B1 —— 图片代理从未接入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19770" y="2269996"/>
            <a:ext cx="4188730" cy="127609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react-tweet 直接渲染指向 pbs.twimg.com 的 &lt;img&gt;；计划从未把它重新接过来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27956" y="2269996"/>
            <a:ext cx="2986498" cy="127609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在大规模实现之前插入强制性的 T1.5 验证性小试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582667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582667"/>
            <a:ext cx="10820095" cy="76606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" y="3655819"/>
            <a:ext cx="2986498" cy="656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B2 —— 代理加固不完整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19770" y="3655819"/>
            <a:ext cx="4188730" cy="656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缺少重定向再校验、协议检查、大小上限、MIME 校验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27956" y="3655819"/>
            <a:ext cx="2986498" cy="656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在任何代码存在之前，四项全部补齐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348731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" y="4421883"/>
            <a:ext cx="2986498" cy="656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B3 —— 捕获前未等待图片加载完成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19770" y="4421883"/>
            <a:ext cx="4188730" cy="656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与 CEO 复核已发现的字体竞态属于同一类静默输出错误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7956" y="4421883"/>
            <a:ext cx="2986498" cy="656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await Promise.all(images.map(img =&gt; img.decode()))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114795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reviews/03-eng-review.md；reviews/04-qa-report.md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高风险验证性小试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T1.5：一次强制性的小试，靠真实证据推进，而非更多计划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079751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" y="2152903"/>
            <a:ext cx="3081589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步骤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61" y="2152903"/>
            <a:ext cx="7299593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发生了什么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2599180"/>
            <a:ext cx="3081589" cy="34645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1. 假设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61" y="2599180"/>
            <a:ext cx="7299593" cy="34645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图片代理的修复方案，接上去应该就能用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982211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2982211"/>
            <a:ext cx="10820095" cy="76606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" y="3055363"/>
            <a:ext cx="3081589" cy="656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2. 实验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61" y="3055363"/>
            <a:ext cx="7299593" cy="656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直接阅读库的真实源码；把 fetchFn 接到代理上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748275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3821427"/>
            <a:ext cx="3081589" cy="34645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3. 第一次结果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61" y="3821427"/>
            <a:ext cx="7299593" cy="34645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“成功”——没有抛出任何异常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420445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4204458"/>
            <a:ext cx="10820095" cy="76606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" y="4277610"/>
            <a:ext cx="3081589" cy="656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4. 发现 bug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61" y="4277610"/>
            <a:ext cx="7299593" cy="656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导出的 PNG：头像本该出现的位置是一个“图片损坏”图标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97052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" y="5043674"/>
            <a:ext cx="3081589" cy="656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5. 修复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61" y="5043674"/>
            <a:ext cx="7299593" cy="656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blob: URL → base64 data: URL，并以视觉证据确认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573658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reviews/04-qa-report.md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2103120"/>
            <a:ext cx="54864" cy="237744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69164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7FC4E8"/>
                </a:solidFill>
                <a:latin typeface="Calibri"/>
                <a:ea typeface="Microsoft YaHei"/>
                <a:cs typeface="Microsoft YaHei"/>
              </a:rPr>
              <a:t>执行成功 ≠ 输出正确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148840"/>
            <a:ext cx="9692640" cy="185318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modern-screenshot 报告了成功。
没有抛出任何异常。
而图片依然是错的。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466344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头像 bug——本项目中最有力的证据，说明“检查通过”并不等于“结果正确”。reviews/04-qa-report.md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每一个 QA 检查点都在真实浏览器中运行，而非用无头浏览器近似模拟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04263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04088" y="1876297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1750567"/>
            <a:ext cx="10527487" cy="1077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真实浏览器。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Aside——一款 AI 原生浏览器——在 Windows 11 上驱动了从 T1.5 小试到生产环境冒烟测试的每一个检查点。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280790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3155060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确定性的竞态复现。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通过注入网络延迟，让“过期请求”这种竞态问题可以按需复现，而不是寄望于运气抓到它。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" y="4344415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4218685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视觉检查。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真实下载的 PNG 被读取并亲眼检查——正是这一步真正抓住了头像 bug。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5408040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5282310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生产环境检查。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上线之后，同样的检查在真实部署的 URL 上又跑了一遍，而不只是本地环境。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reviews/04-qa-report.md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本项目中有一步是任何 AI 都无法替代的：由人亲眼查看结果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04263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750567"/>
            <a:ext cx="10820095" cy="38684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由用户自行报告，AI 无法独立验证——而这正是关键所在。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65425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" y="2338577"/>
            <a:ext cx="2898198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步骤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470" y="2338577"/>
            <a:ext cx="7482984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发生了什么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2784854"/>
            <a:ext cx="2898198" cy="4394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1. 本地环境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470" y="2784854"/>
            <a:ext cx="7482984" cy="4394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由人亲自启动应用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26085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3260850"/>
            <a:ext cx="10820095" cy="5491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" y="3334002"/>
            <a:ext cx="2898198" cy="4394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2. 导出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470" y="3334002"/>
            <a:ext cx="7482984" cy="4394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下载一张真实的 PNG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80999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3883150"/>
            <a:ext cx="2898198" cy="4394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3. 视觉检查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470" y="3883150"/>
            <a:ext cx="7482984" cy="4394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直接查看文件本身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435914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4359146"/>
            <a:ext cx="10820095" cy="95199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" y="4432298"/>
            <a:ext cx="2898198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4. 生产环境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470" y="4432298"/>
            <a:ext cx="7482984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对已部署的 Vercel URL 重复同样的检查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31113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reviews/04-qa-report.md；reviews/05-ship.md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从想法到证据共十层；头像 bug 就藏在第 3 层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04263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750567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3816" y="1823719"/>
            <a:ext cx="3448372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层级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1644" y="1823719"/>
            <a:ext cx="6932810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它真正消除的是哪一种不确定性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" y="2269996"/>
            <a:ext cx="3448372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1. 想法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1644" y="2269996"/>
            <a:ext cx="6932810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关于可行性还什么都没证明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62204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622040"/>
            <a:ext cx="10820095" cy="7040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" y="2695192"/>
            <a:ext cx="3448372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2. 代码能编译 / 构建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1644" y="2695192"/>
            <a:ext cx="693281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只证明了类型正确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332612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" y="3399280"/>
            <a:ext cx="3448372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3. 本地浏览器“成功了”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1644" y="3399280"/>
            <a:ext cx="693281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看起来像证据——通常不是。头像 bug 正是藏在这个陷阱里。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03021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4030216"/>
            <a:ext cx="10820095" cy="42519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" y="4103368"/>
            <a:ext cx="3448372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4. 确定性的浏览器测试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1644" y="4103368"/>
            <a:ext cx="6932810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让一个特定的、难以复现的故障变得可以按需复现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45541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" y="4528564"/>
            <a:ext cx="3448372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5. 导出成品被亲眼检查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1644" y="4528564"/>
            <a:ext cx="693281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“没有报错” ≠ “输出正确”——正是这一层抓住了头像 bug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515950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5159500"/>
            <a:ext cx="10820095" cy="42519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3816" y="5232652"/>
            <a:ext cx="3448372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6. 人工手动测试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1644" y="5232652"/>
            <a:ext cx="6932810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抓住自动化检查共有的盲区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558469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" y="5657848"/>
            <a:ext cx="3448372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7. 生产环境 + 人工在生产环境测试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1644" y="5657848"/>
            <a:ext cx="693281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证明在真实基础设施上确实可用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628878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reviews/04-qa-report.md（完整 10 层版本）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上线模式：停止调试、记录已知情况、最低限度质检、上线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04263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750567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3816" y="1823719"/>
            <a:ext cx="2898198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步骤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470" y="1823719"/>
            <a:ext cx="7482984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含义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" y="2269996"/>
            <a:ext cx="2898198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1. 停止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470" y="2269996"/>
            <a:ext cx="7482984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按计划结束开放式调试，而不是拖到“碰巧解决”为止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14883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3148836"/>
            <a:ext cx="10820095" cy="95199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" y="3221988"/>
            <a:ext cx="2898198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2. 记录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470" y="3221988"/>
            <a:ext cx="7482984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写清楚哪些已验证、哪些没有——不是沉默，也不是含糊的备注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10082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" y="4173980"/>
            <a:ext cx="2898198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3. 最低限度质检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470" y="4173980"/>
            <a:ext cx="7482984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一次快速的 Aside 冒烟测试，而不是完整的重新审计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505282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5052820"/>
            <a:ext cx="10820095" cy="5491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" y="5125972"/>
            <a:ext cx="2898198" cy="4394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4. 上线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470" y="5125972"/>
            <a:ext cx="7482984" cy="4394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核心流程通过构建 + 冒烟测试后即部署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60196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reviews/05-ship.md；docs/external_ai_mentor.md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两条核心流程都已在生产环境中验证可用，而不只是在开发环境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04263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04088" y="1876297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1750567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已上线。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已部署到 Vercel——新项目的第一次部署会直接成为生产环境。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025139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899409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单条推文。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粘贴链接 → 自定义样式 → 导出 PNG / 剪贴板 / 分享链接——已在生产环境验证。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" y="4173981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4048251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串文模式。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手动多条推文构建 → 合并导出——已在生产环境验证。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5322823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5197093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经过验证，而非假设。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通过真实浏览器自动化确认，并由用户报告已完成人工测试。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reviews/05-ship.md；README.md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5415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四个已知缺口，写进发布说明——而非隐藏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08456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254760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3816" y="1327912"/>
            <a:ext cx="5465678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项目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8950" y="1327912"/>
            <a:ext cx="4915504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状态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" y="1774189"/>
            <a:ext cx="5465678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两条公开 API 路由的限流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8950" y="1774189"/>
            <a:ext cx="4915504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已计划、已复核两次，但从未实现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653029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653029"/>
            <a:ext cx="10820095" cy="95199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" y="2726181"/>
            <a:ext cx="5465678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Safari / iOS 剪贴板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950" y="2726181"/>
            <a:ext cx="4915504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已实现，但未在真实 Safari 上做实证验证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3605021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" y="3678173"/>
            <a:ext cx="5465678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视频 / 表情符号 / 多图导出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8950" y="3678173"/>
            <a:ext cx="4915504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已实现，但未做实证验证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557013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4557013"/>
            <a:ext cx="10820095" cy="95199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" y="4630165"/>
            <a:ext cx="5465678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串文分享链接的样式还原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8950" y="4630165"/>
            <a:ext cx="4915504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调查了一轮有限的排查；未能找到根因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509005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TODOS.md；reviews/05-ship.md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一次调试之所以拖得太久，是因为开始前没有设定时间上限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04263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04088" y="1876297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1750567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代价。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串文样式的这个 bug，消耗了本项目里单次排查耗时最长的一段时间。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025139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899409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尝试过什么。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切换 Strict Mode、彻底清缓存、重启服务器——直到最后才停下来。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" y="4173981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4048251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这一课。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在开始排查任何一个 bug 之前，就先设定明确的时间/尝试次数上限，而不是等它已经拖久了才想起来。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5322823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5197093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第二个缺口。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尽管计划里明确写了要做自动化测试，但最终并未编写——每个场景都要靠人手动去找一条真实的、仍然存在的推文。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reviews/05-ship.md（“时间花在哪里”）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同一套流程可以推广：框定问题、复核、去风险、构建、验证、上线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04263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750567"/>
            <a:ext cx="10820095" cy="101422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完整链条：框定问题 → CEO → PM → 架构 → 复核 → 高风险验证性小试 → 构建 → 浏览器 QA → 人工 QA → 最低限度质检 → 部署。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892805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" y="2965957"/>
            <a:ext cx="2898198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阶段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470" y="2965957"/>
            <a:ext cx="7482984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发生了什么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3412234"/>
            <a:ext cx="2898198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1. 框定问题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470" y="3412234"/>
            <a:ext cx="7482984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问题框定、前提假设的质疑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76427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3764278"/>
            <a:ext cx="10820095" cy="42519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" y="3837430"/>
            <a:ext cx="2898198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2. 规划与复核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470" y="3837430"/>
            <a:ext cx="7482984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CEO → PM → 架构 → 独立复核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418947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4262626"/>
            <a:ext cx="2898198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3. 去风险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470" y="4262626"/>
            <a:ext cx="7482984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高风险验证性小试，在大规模实现前先行把关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461467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4614670"/>
            <a:ext cx="10820095" cy="42519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" y="4687822"/>
            <a:ext cx="2898198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4. 构建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470" y="4687822"/>
            <a:ext cx="7482984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按已复核的计划实施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03986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" y="5113018"/>
            <a:ext cx="2898198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5. 验证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470" y="5113018"/>
            <a:ext cx="7482984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浏览器 QA + 人工 QA——缺一不可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546506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800" y="5465062"/>
            <a:ext cx="10820095" cy="42519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3816" y="5538214"/>
            <a:ext cx="2898198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6. 上线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31470" y="5538214"/>
            <a:ext cx="7482984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最低限度质检，部署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589025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PLAN.md；reviews/01-05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人类掌握判断与授权；AI 承担可重复、穷举式的验证工作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04263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750567"/>
            <a:ext cx="5250027" cy="4467353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750567"/>
            <a:ext cx="5250027" cy="50292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869439"/>
            <a:ext cx="4811115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人类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" y="2463799"/>
            <a:ext cx="4811115" cy="36443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判断：这东西看起来真的对吗？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授权：账号登录、真实资金、真实凭证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每一次的上线决策</a:t>
            </a:r>
          </a:p>
        </p:txBody>
      </p:sp>
      <p:sp>
        <p:nvSpPr>
          <p:cNvPr id="8" name="Rectangle 7"/>
          <p:cNvSpPr/>
          <p:nvPr/>
        </p:nvSpPr>
        <p:spPr>
          <a:xfrm>
            <a:off x="6255867" y="1750567"/>
            <a:ext cx="5250027" cy="4467353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55867" y="1750567"/>
            <a:ext cx="5250027" cy="502920"/>
          </a:xfrm>
          <a:prstGeom prst="rect">
            <a:avLst/>
          </a:prstGeom>
          <a:solidFill>
            <a:srgbClr val="1E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5323" y="1869439"/>
            <a:ext cx="4811115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5323" y="2463799"/>
            <a:ext cx="4811115" cy="36443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分析：阅读库的源码、安全检查清单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实现：按已复核的计划执行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重复性验证：同一套质检循环，跑几十遍也不会疲劳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reviews/05-ship.md（“人类/AI 职责分工”）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最终启示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本项目真正换来的六条启示，而非六条泛泛而谈的最佳实践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4088" y="2205481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079751"/>
            <a:ext cx="10527487" cy="3957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1.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检查通过不等于输出正确——去看那个成品本身。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" y="2877988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2752258"/>
            <a:ext cx="10527487" cy="3957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2.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独立的复核者，能抓住自我复核在结构上抓不住的东西。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3550495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3424765"/>
            <a:ext cx="10527487" cy="3957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3.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决策被复核，不等于已交付——要检查代码，而不是计划。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4223002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4097272"/>
            <a:ext cx="10527487" cy="3957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4.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在调试开始之前就设定时间上限，而不是拖久了才想起来。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" y="4895509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4769779"/>
            <a:ext cx="10527487" cy="3957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5.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绝不让 AI 执行账号授权——这道关卡永远由人类把守。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088" y="5568016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5442286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6.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把已知缺口写进发布说明。对局限保持沉默，本身就是一种宣称。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reviews/04-qa-report.md；reviews/05-ship.md；docs/external_ai_mentor.md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