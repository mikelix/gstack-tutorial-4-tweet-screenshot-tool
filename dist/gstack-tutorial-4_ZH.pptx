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GSTACK 教程 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从 AI 规划到可运行的生产级软件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9D6E0"/>
                </a:solidFill>
                <a:latin typeface="Calibri"/>
                <a:ea typeface="Microsoft YaHei"/>
                <a:cs typeface="Microsoft YaHei"/>
              </a:rPr>
              <a:t>一个真实案例：让第二个独立的 AI 充当 gstack 的复核与起草层——以及在上线前抓住一个真实的、静默的 bug 的那条证据阶梯。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463040" cy="1905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主题：Tweet Screenshot Tool（Next.js, Vercel）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一次会话内完成构建并上线，2026-09-17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来源：reviews/01-05、docs/external_ai_mentor.md、TUTORIAL.md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心智模型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“AI 写代码” 这句话，并不足以描述实际发生的事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不是一个模型。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一个独立的 AI 导师，在自己的会话里复核并起草了 gstack 的关键提示词。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57244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231514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不是一次通过。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 复核、外部意见、工程复核——每一层都抓住了上一层漏掉的东西。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50900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38327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不是没有验证。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真正重要的 bug，是靠查看导出的像素抓住的——而不是靠检查通过。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660770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5535040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不是自主运行。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范围、部署、上线，每一个都经过明确的人工把关。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reviews/01-05；docs/external_ai_mentor.md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运作模型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第二个 AI 把 gstack 的输出翻译成下一条精确提示词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图中每一个箭头都要经过人类。导师从不接触代码仓库，也从不直接与 gstack 对话。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63176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5036" y="2981451"/>
            <a:ext cx="674941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27728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5036" y="3427728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阅读 gstack 的输出，判断什么才重要。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797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79772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852924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外部 AI 导师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5036" y="3852924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独立会话。负责翻译、纠正、起草回复。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49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278120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经过优化的提示词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5036" y="4278120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可以直接粘贴发送——不是“该说什么”的概述。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6301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30164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703316"/>
            <a:ext cx="363176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gstack 专家角色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5036" y="4703316"/>
            <a:ext cx="674941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 Claude Code 内运行的 CEO、工程师、QA 或 DevOps。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3342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407404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5036" y="5407404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代码、测试输出、浏览器 QA、导出的成品。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75944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759448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832600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人工把关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5036" y="5832600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由你验证，由你决定下一步。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8464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docs/external_ai_mentor.md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五个 gstack 角色全程运行——唯有 PM 这一轮没有单独执行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外部 AI 导师凌驾于本表格之上，而非表内的一行——见第 3 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6542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338577"/>
            <a:ext cx="265118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4453" y="2338577"/>
            <a:ext cx="37552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9181" y="2338577"/>
            <a:ext cx="37552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本项目是否运行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84854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4453" y="278485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/plan-ceo-review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9181" y="278485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3689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36898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210050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4453" y="321005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未单独运行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181" y="321005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否——如实陈述的缺口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6209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635246"/>
            <a:ext cx="265118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架构 / 安全 /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4453" y="363524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嵌入 CEO 复核之中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9181" y="363524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是，未作为独立角色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6618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266182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339334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第二意见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4453" y="433933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全新上下文的子智能体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9181" y="433933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是——同模型兜底方案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69137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764530"/>
            <a:ext cx="265118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工程师 / 工程复核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4453" y="4764530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/plan-eng-review + 导师撰写的章程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9181" y="4764530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9546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395466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468618"/>
            <a:ext cx="265118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QA / 浏览器 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4453" y="5468618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人工质检 + Aside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9181" y="5468618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09955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6172706"/>
            <a:ext cx="265118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DevOps / 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4453" y="617270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“上线模式”（导师撰写）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9181" y="617270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80364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PLAN.md §2；reviews/01-05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V1 上线了两种推文模式；自动串联串文与付费 API 均被明确拒绝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50567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已纳入范围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单条推文：粘贴链接、自定义样式、导出 PNG / 剪贴板 / 分享链接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串文模式：手动添加多条链接、排序、合并导出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不使用付费 X API——仅用免费的公开聚合接口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5867" y="1750567"/>
            <a:ext cx="5250027" cy="50292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323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明确排除在范围之外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5323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自动发现串文——没有免费数据源能支持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一键截取的浏览器扩展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公开的无头生成 API / 命令行工具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reviews/01-ceo-review.md；TODOS.md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用服务端中转和加固代理，绕开免费 API 做不到的事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470" y="1823719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28981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470" y="2269996"/>
            <a:ext cx="7482984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App Router，TypeScript，部署在 Vercel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29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962908"/>
            <a:ext cx="10820095" cy="4561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036060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react-tweet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470" y="3036060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通过 X 的免费公开聚合接口获取数据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1909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92243"/>
            <a:ext cx="28981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服务端路由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470" y="3492243"/>
            <a:ext cx="7482984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/api/tweet/[id]——仅服务端；CORS 阻止浏览器直接请求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18515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185155"/>
            <a:ext cx="10820095" cy="766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258307"/>
            <a:ext cx="28981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图片代理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470" y="4258307"/>
            <a:ext cx="7482984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SSRF 加固：精确主机白名单、仅 HTTPS、大小上限、MIME 校验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951219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5024371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modern-screenshot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470" y="5024371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DOM → PNG 导出，在捕获时经由代理转发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40740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README.md “Architecture note”；reviews/01、04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一次真正独立的复核，在四个真实问题上修正了计划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78612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张力点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9397" y="1823719"/>
            <a:ext cx="418873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7583" y="1823719"/>
            <a:ext cx="318687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解决方式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69996"/>
            <a:ext cx="2786125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限流 与 “无需密钥” 的矛盾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9397" y="2269996"/>
            <a:ext cx="4188730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无服务器架构下内存计数器每次冷启动都会重置——这样搭出的限流器会静默失效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7583" y="2269996"/>
            <a:ext cx="3186870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已修正：真正的限流需要共享状态（Upstash/KV）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798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79824"/>
            <a:ext cx="10820095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252976"/>
            <a:ext cx="2786125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Safari 剪贴板手势要求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9397" y="3252976"/>
            <a:ext cx="4188730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已批准的修复方案，在 Safari/iOS 要求的同步手势链下会失效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7583" y="3252976"/>
            <a:ext cx="3186870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ClipboardItem 直接包裹 Promise&lt;Blob&gt;，不预先 await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4169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514848"/>
            <a:ext cx="278612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视频导出行为未定义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9397" y="4514848"/>
            <a:ext cx="418873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本会随机导出“浏览器碰巧渲染到的那一帧”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7583" y="4514848"/>
            <a:ext cx="318687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海报帧替换 + 播放图标徽章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4578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145784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218936"/>
            <a:ext cx="278612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串文分享链接长度无上限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9397" y="5218936"/>
            <a:ext cx="418873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真实的串文可能悄悄破坏自己的分享链接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7583" y="5218936"/>
            <a:ext cx="318687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硬性上限约 12 条推文，附带明确提示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8498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reviews/03-eng-review.md（OV-1 至 OV-4）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全项目最关键的一项发现：计划中的修复从未真正接入代码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9864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9770" y="1823719"/>
            <a:ext cx="418873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问题所在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7956" y="1823719"/>
            <a:ext cx="29864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补救措施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69996"/>
            <a:ext cx="2986498" cy="1276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B1 —— 图片代理从未接入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9770" y="2269996"/>
            <a:ext cx="4188730" cy="1276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react-tweet 直接渲染指向 pbs.twimg.com 的 &lt;img&gt;；计划从未把它重新接过来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7956" y="2269996"/>
            <a:ext cx="2986498" cy="1276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在大规模实现之前插入强制性的 T1.5 验证性小试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82667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82667"/>
            <a:ext cx="10820095" cy="766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655819"/>
            <a:ext cx="29864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B2 —— 代理加固不完整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9770" y="3655819"/>
            <a:ext cx="4188730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缺少重定向再校验、协议检查、大小上限、MIME 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956" y="3655819"/>
            <a:ext cx="29864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在任何代码存在之前，四项全部补齐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4873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421883"/>
            <a:ext cx="29864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B3 —— 捕获前未等待图片加载完成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9770" y="4421883"/>
            <a:ext cx="4188730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与 CEO 复核已发现的字体竞态属于同一类静默输出错误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956" y="4421883"/>
            <a:ext cx="2986498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await Promise.all(images.map(img =&gt; img.decode()))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1479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reviews/03-eng-review.md；reviews/04-qa-report.md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高风险验证性小试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T1.5：一次强制性的小试，靠真实证据推进，而非更多计划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08158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61" y="2152903"/>
            <a:ext cx="7299593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99180"/>
            <a:ext cx="3081589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61" y="2599180"/>
            <a:ext cx="7299593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图片代理的修复方案，接上去应该就能用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8221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82211"/>
            <a:ext cx="10820095" cy="766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055363"/>
            <a:ext cx="3081589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61" y="3055363"/>
            <a:ext cx="7299593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直接阅读库的真实源码；把 fetchFn 接到代理上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4827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21427"/>
            <a:ext cx="3081589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第一次结果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61" y="3821427"/>
            <a:ext cx="7299593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“成功”——没有抛出任何异常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0445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04458"/>
            <a:ext cx="10820095" cy="766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277610"/>
            <a:ext cx="3081589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发现 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61" y="4277610"/>
            <a:ext cx="7299593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导出的 PNG：头像本该出现的位置是一个“图片损坏”图标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7052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043674"/>
            <a:ext cx="3081589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61" y="5043674"/>
            <a:ext cx="7299593" cy="656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blob: URL → base64 data: URL，并以视觉证据确认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73658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执行成功 ≠ 输出正确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8531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modern-screenshot 报告了成功。
没有抛出任何异常。
而图片依然是错的。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头像 bug——本项目中最有力的证据，说明“检查通过”并不等于“结果正确”。reviews/04-qa-report.md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每一个 QA 检查点都在真实浏览器中运行，而非用无头浏览器近似模拟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真实浏览器。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Aside——一款 AI 原生浏览器——在 Windows 11 上驱动了从 T1.5 小试到生产环境冒烟测试的每一个检查点。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280790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155060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确定性的竞态复现。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通过注入网络延迟，让“过期请求”这种竞态问题可以按需复现，而不是寄望于运气抓到它。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34441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21868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视觉检查。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真实下载的 PNG 被读取并亲眼检查——正是这一步真正抓住了头像 bug。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408040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82310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生产环境检查。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上线之后，同样的检查在真实部署的 URL 上又跑了一遍，而不只是本地环境。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本项目中有一步是任何 AI 都无法替代的：由人亲眼查看结果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由用户自行报告，AI 无法独立验证——而这正是关键所在。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6542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338577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470" y="2338577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784854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本地环境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470" y="2784854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由人亲自启动应用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6085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60850"/>
            <a:ext cx="10820095" cy="5491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334002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470" y="3334002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下载一张真实的 PNG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0999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83150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视觉检查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470" y="3883150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直接查看文件本身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5914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5914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432298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生产环境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470" y="4432298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对已部署的 Vercel URL 重复同样的检查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1113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reviews/04-qa-report.md；reviews/05-ship.md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从想法到证据共十层；头像 bug 就藏在第 3 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34483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1644" y="1823719"/>
            <a:ext cx="693281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它真正消除的是哪一种不确定性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想法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644" y="2269996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关于可行性还什么都没证明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220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22040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695192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代码能编译 / 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1644" y="2695192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只证明了类型正确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261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99280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本地浏览器“成功了”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1644" y="3399280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看起来像证据——通常不是。头像 bug 正是藏在这个陷阱里。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302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30216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103368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确定性的浏览器测试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644" y="4103368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让一个特定的、难以复现的故障变得可以按需复现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5541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528564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导出成品被亲眼检查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1644" y="4528564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“没有报错” ≠ “输出正确”——正是这一层抓住了头像 bug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595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159500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5232652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人工手动测试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1644" y="5232652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抓住自动化检查共有的盲区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8469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657848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7. 生产环境 + 人工在生产环境测试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1644" y="5657848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证明在真实基础设施上确实可用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28878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reviews/04-qa-report.md（完整 10 层版本）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上线模式：停止调试、记录已知情况、最低限度质检、上线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470" y="1823719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停止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470" y="2269996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按计划结束开放式调试，而不是拖到“碰巧解决”为止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4883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14883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221988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470" y="3221988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写清楚哪些已验证、哪些没有——不是沉默，也不是含糊的备注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008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173980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最低限度质检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470" y="4173980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一次快速的 Aside 冒烟测试，而不是完整的重新审计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5282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052820"/>
            <a:ext cx="10820095" cy="5491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5125972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上线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470" y="5125972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核心流程通过构建 + 冒烟测试后即部署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019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reviews/05-ship.md；docs/external_ai_mentor.md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两条核心流程都已在生产环境中验证可用，而不只是在开发环境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已上线。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已部署到 Vercel——新项目的第一次部署会直接成为生产环境。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251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94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单条推文。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粘贴链接 → 自定义样式 → 导出 PNG / 剪贴板 / 分享链接——已在生产环境验证。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1739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0482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串文模式。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手动多条推文构建 → 合并导出——已在生产环境验证。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32282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19709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经过验证，而非假设。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通过真实浏览器自动化确认，并由用户报告已完成人工测试。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reviews/05-ship.md；README.md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四个已知缺口，写进发布说明——而非隐藏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08456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54760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327912"/>
            <a:ext cx="546567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8950" y="1327912"/>
            <a:ext cx="491550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774189"/>
            <a:ext cx="546567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两条公开 API 路由的限流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950" y="1774189"/>
            <a:ext cx="491550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已计划、已复核两次，但从未实现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53029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53029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726181"/>
            <a:ext cx="546567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Safari / iOS 剪贴板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950" y="2726181"/>
            <a:ext cx="491550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已实现，但未在真实 Safari 上做实证验证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0502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678173"/>
            <a:ext cx="546567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视频 / 表情符号 / 多图导出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950" y="3678173"/>
            <a:ext cx="491550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已实现，但未做实证验证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57013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557013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630165"/>
            <a:ext cx="546567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串文分享链接的样式还原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950" y="4630165"/>
            <a:ext cx="491550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调查了一轮有限的排查；未能找到根因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50900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TODOS.md；reviews/05-ship.md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一次调试之所以拖得太久，是因为开始前没有设定时间上限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代价。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串文样式的这个 bug，消耗了本项目里单次排查耗时最长的一段时间。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251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94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尝试过什么。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切换 Strict Mode、彻底清缓存、重启服务器——直到最后才停下来。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1739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0482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这一课。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在开始排查任何一个 bug 之前，就先设定明确的时间/尝试次数上限，而不是等它已经拖久了才想起来。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32282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19709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第二个缺口。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尽管计划里明确写了要做自动化测试，但最终并未编写——每个场景都要靠人手动去找一条真实的、仍然存在的推文。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reviews/05-ship.md（“时间花在哪里”）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同一套流程可以推广：框定问题、复核、去风险、构建、验证、上线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10142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完整链条：框定问题 → CEO → PM → 架构 → 复核 → 高风险验证性小试 → 构建 → 浏览器 QA → 人工 QA → 最低限度质检 → 部署。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89280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965957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470" y="2965957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412234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框定问题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470" y="3412234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问题框定、前提假设的质疑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6427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764278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837430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规划与复核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470" y="3837430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 → PM → 架构 → 独立复核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8947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262626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去风险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470" y="4262626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高风险验证性小试，在大规模实现前先行把关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1467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614670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687822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470" y="4687822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按已复核的计划实施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3986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13018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470" y="5113018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浏览器 QA + 人工 QA——缺一不可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46506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65062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538214"/>
            <a:ext cx="289819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上线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470" y="5538214"/>
            <a:ext cx="748298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最低限度质检，部署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89025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PLAN.md；reviews/01-05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人类掌握判断与授权；AI 承担可重复、穷举式的验证工作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50567"/>
            <a:ext cx="5250027" cy="5029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人类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判断：这东西看起来真的对吗？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授权：账号登录、真实资金、真实凭证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每一次的上线决策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5867" y="1750567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323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5323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分析：阅读库的源码、安全检查清单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实现：按已复核的计划执行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重复性验证：同一套质检循环，跑几十遍也不会疲劳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reviews/05-ship.md（“人类/AI 职责分工”）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最终启示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本项目真正换来的六条启示，而非六条泛泛而谈的最佳实践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1.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检查通过不等于输出正确——去看那个成品本身。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877988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52258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2.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独立的复核者，能抓住自我复核在结构上抓不住的东西。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55049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424765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3.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决策被复核，不等于已交付——要检查代码，而不是计划。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422300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097272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4.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在调试开始之前就设定时间上限，而不是拖久了才想起来。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89550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769779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5.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绝不让 AI 执行账号授权——这道关卡永远由人类把守。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56801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442286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6.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把已知缺口写进发布说明。对局限保持沉默，本身就是一种宣称。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reviews/04-qa-report.md；reviews/05-ship.md；docs/external_ai_mentor.md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教程 4.1 —— 产品设计复核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1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一个能用、却依然读起来像工程原型的产品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7640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83944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已上线且功能正确，和第一眼就值得信任，是两个不同的结论。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98802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171954"/>
            <a:ext cx="482380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发现的差距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7080" y="2171954"/>
            <a:ext cx="555737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上线的修复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18231"/>
            <a:ext cx="482380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没有头部或导航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7080" y="2618231"/>
            <a:ext cx="555737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持久化头部；Single Tweet / Thread 现已互相链接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73119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73119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446271"/>
            <a:ext cx="482380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朴素、无样式的输入框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7080" y="3446271"/>
            <a:ext cx="555737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已样式化的控件，预览+检查面板两栏布局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1159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274311"/>
            <a:ext cx="4823808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三个导出按钮，权重相同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080" y="4274311"/>
            <a:ext cx="555737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一个主要操作，两个明显次要的操作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68833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88331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761483"/>
            <a:ext cx="482380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375px 下的水平溢出（已确认的 bug）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7080" y="4761483"/>
            <a:ext cx="555737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已修复；已机械化重新验证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51637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docs/DESIGN_REVIEW_4_1_HUMAN_REVIEW.md；docs/DESIGN_REVIEW_4_1_RELEASE.md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教程 4.1 —— X BROADCAST 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在修复一个缺失的输出之前，先找到它消失的那一层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X 的免费 syndication 数据从未包含 broadcast 卡片元数据——这是通过直接读取原始数据确认的，不是猜测。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90685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0123" y="2981451"/>
            <a:ext cx="647433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27728"/>
            <a:ext cx="390685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X.com 原始页面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0123" y="3427728"/>
            <a:ext cx="647433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丰富的动态 Broadcast 卡片——可见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797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7977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852924"/>
            <a:ext cx="390685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免费 syndication 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0123" y="3852924"/>
            <a:ext cx="647433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仅有 URL 实体——没有卡片、封面图或标题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838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557012"/>
            <a:ext cx="390685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react-tweet 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0123" y="4557012"/>
            <a:ext cx="647433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源码任何地方都没有卡片/broadcast 概念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0905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909056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982208"/>
            <a:ext cx="390685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本应用 + 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0123" y="4982208"/>
            <a:ext cx="647433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文本+链接——与上游数据完全一致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3342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TODOS.md；docs/DESIGN_REVIEW_4_1_RELEASE.md ——归类为已知上游限制，非 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教程 4.1 —— 被快速杀死的错误假设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2844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1x、2x、3x 全部在相同的约 8.2 秒时刻失败。
一个真实的体积问题，会在 1x 时更晚失败、3x 时更早失败。
完全相同的耗时不是弱证据——它直接证伪了这个假设。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真正的原因：modern-screenshot 在等待一个从未播放过的视频永远不会触发的 `seeked` 事件。修复：在库看到它之前，先在一份屏幕外的克隆上把 &lt;video&gt; 换成它的封面图。src/lib/export-image.ts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教程 4.1 —— 延伸后的人工证据阶梯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“承诺 resolve 了”和“一个人粘贴之后亲眼看过”是两个不同的结论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导出之前先打印出来。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一份在尝试导出之前就打印出来的 thread 页面 PDF，证明了 DOM 渲染正确——独立于导出接下来做了什么。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41096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285235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不只是本地，是生产环境。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修复之后，Download PNG 和 Copy image 都针对线上已部署的 URL 重新跑了一遍，不只是本地环境。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61644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490719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跨应用、亲手确认。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复制出来的图片被粘贴进 Windows 11 画图并经过肉眼确认——闭合了一个自最初那份教程以来就一直未经验证的剪贴板声明。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82193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5696203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依然没有 AI 可以替代。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本项目历史上没有任何自动化检查能够表述出教程 4.1 里的这两个 bug 中的任何一个——两个都是被人工发现的。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docs/DESIGN_REVIEW_4_1_RELEASE.md ——人工手动验证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